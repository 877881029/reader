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Inherited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9144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9144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ReaderMissingFontZZ"/>
              </a:rPr>
              <a:t>Missing font continues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