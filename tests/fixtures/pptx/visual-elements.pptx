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South</c:v>
                </c:pt>
                <c:pt idx="2">
                  <c:v>West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18</c:v>
                </c:pt>
                <c:pt idx="2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0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Inherited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3657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914400" y="91440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9144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914400"/>
          <a:ext cx="9144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latin typeface="ReaderMissingFontZZ"/>
              </a:rPr>
              <a:t>Missing font continues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2000-01-01T00:00:00Z</dcterms:created>
  <dcterms:modified xsi:type="dcterms:W3CDTF">2000-01-01T00:00:00Z</dcterms:modified>
  <cp:category/>
</cp:coreProperties>
</file>