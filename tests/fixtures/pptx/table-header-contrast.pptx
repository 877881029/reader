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20116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9144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HeaderOne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00C2DE"/>
                          </a:solidFill>
                          <a:latin typeface="Calibri"/>
                        </a:rPr>
                        <a:t>HeaderTwo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0B1F3A"/>
                          </a:solidFill>
                          <a:latin typeface="Calibri"/>
                        </a:rPr>
                        <a:t>BodyOne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334155"/>
                          </a:solidFill>
                          <a:latin typeface="Calibri"/>
                        </a:rPr>
                        <a:t>BodyTwo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